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3" r:id="rId17"/>
    <p:sldId id="312" r:id="rId18"/>
    <p:sldId id="301" r:id="rId19"/>
    <p:sldId id="267" r:id="rId20"/>
    <p:sldId id="268" r:id="rId21"/>
    <p:sldId id="314" r:id="rId22"/>
    <p:sldId id="315" r:id="rId23"/>
    <p:sldId id="316" r:id="rId24"/>
    <p:sldId id="317" r:id="rId25"/>
    <p:sldId id="318" r:id="rId26"/>
    <p:sldId id="319" r:id="rId27"/>
    <p:sldId id="321" r:id="rId28"/>
    <p:sldId id="320" r:id="rId29"/>
    <p:sldId id="322" r:id="rId30"/>
    <p:sldId id="323" r:id="rId31"/>
    <p:sldId id="324" r:id="rId32"/>
    <p:sldId id="325" r:id="rId33"/>
    <p:sldId id="326" r:id="rId34"/>
    <p:sldId id="327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6" r:id="rId44"/>
    <p:sldId id="338" r:id="rId45"/>
    <p:sldId id="337" r:id="rId46"/>
    <p:sldId id="339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/>
    <p:restoredTop sz="94725"/>
  </p:normalViewPr>
  <p:slideViewPr>
    <p:cSldViewPr snapToGrid="0">
      <p:cViewPr varScale="1">
        <p:scale>
          <a:sx n="128" d="100"/>
          <a:sy n="128" d="100"/>
        </p:scale>
        <p:origin x="3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70917-DF6E-E046-B21A-18D75D76B511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E2387-2F4D-D945-B071-28B307DC616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7E2387-2F4D-D945-B071-28B307DC616A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A5D469-6F2F-6A46-8CC2-D1DBC0DB0444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F019D-7AC7-4342-AC3D-7FD4F0A6017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6689" y="1037063"/>
            <a:ext cx="11412638" cy="5502633"/>
          </a:xfrm>
          <a:noFill/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AF506D-10D4-D751-A458-E4DE48AB9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161" y="1119595"/>
            <a:ext cx="11278149" cy="54052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0390" y="1037064"/>
            <a:ext cx="11505235" cy="5479484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217122-5D45-EE73-EA3A-EB105DA5D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70" y="1119596"/>
            <a:ext cx="11371739" cy="53291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35FE89-6F7B-E040-E0DF-8A9EE25BC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098" y="1079167"/>
            <a:ext cx="11408779" cy="54572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F6DA9527-5A66-03DA-E86D-EBD0E4A099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C8072DA-3449-6FAD-F86E-4CF82A898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096" y="1063906"/>
            <a:ext cx="11397208" cy="54063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888402E0-181D-A539-FD36-D33F3449A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A83200-7D5B-BCBD-57F6-748F202A8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097" y="1079168"/>
            <a:ext cx="11397207" cy="54060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5CAE7-D8CF-15D5-13CB-852179AD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8727CF3E-62A8-85EE-8F48-4BDE28B6F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81CD60C8-B0AF-EFE5-8471-3279B0AC6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8F6060CC-CA48-8265-8DD3-EFF5382F30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585304C7-BA71-E9C4-6609-25941647AA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867D17-B3DA-D458-225A-906EE993A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74" y="1075330"/>
            <a:ext cx="11310708" cy="536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5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B1E7-E6A7-77E1-51B3-FB38271B1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B4BA751E-F4DB-57DD-2787-4CF23CB0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D625A25-CE69-7DC1-2322-99327673D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9C82F20-ABB2-5B78-91FF-D6569EF0E9C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4FBD74DB-7C48-201C-9620-0F6A954F97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44AA01-81F0-0E7D-872C-100912607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55" y="1093089"/>
            <a:ext cx="11340381" cy="53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29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D69DF-4586-3C94-6151-F87FB5BE6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E2642B39-F71C-CB88-01DF-6FFB67116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878C005-84BE-B97E-6C1B-B61ECEBD7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7FC1E77F-A391-97DD-8358-2BB23F8596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9EE10503-9B47-12A3-A64C-8CE5DE0F1E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F7D5DD-6E95-61FF-2111-58E1E90496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11" y="1119595"/>
            <a:ext cx="11271563" cy="533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56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E545B-ABE0-447F-50D1-86174D981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023ED9BB-25B2-9BA3-55E5-3094F5F6C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B1B1F526-583A-3B4C-A8CD-5965B76D8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BA2B731-9F47-EE50-7608-7A0C24C3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D46D09CD-FD72-CB06-9CCC-F5A4F9D6B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67D0A-C6A1-3C43-747B-845D2A58C7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59" y="1079167"/>
            <a:ext cx="11324067" cy="54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698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885FB-07D9-2E9F-1B15-6A0F0F9F4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BA8F01E4-14A5-E3B7-527E-3B6C12E2F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D1286FF-39BD-0582-A71C-7989FB52B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F02C9777-A854-7D65-AEEB-07B716F477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42EF7108-87E6-9A09-F4BA-D4FC37867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9492A-0028-910B-D25B-714CF8634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360" y="1079167"/>
            <a:ext cx="11324065" cy="541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36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EA4E-088C-CC4D-D8AA-60A5EE84A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2B960BDF-C9FF-FAE3-0282-8B0D1BC2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D6CC0A73-A10E-404E-E9A7-F6FD11BD98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899CEA47-0DDD-A81A-86B8-564FC949AE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F9BC0E7A-49D2-E1EA-5512-F4EC8A4CB4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3B5C94-D57C-4874-D13C-F4C8237B50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108" y="1119595"/>
            <a:ext cx="11324066" cy="5381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806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60448-54FD-70E8-11F5-7F053527A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24CC537B-8143-3AE4-92E3-0D1C1585B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87B7E8E6-9E6E-D095-BB32-8E9825CC28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7C542C6-EB19-FDDD-CCBB-D9B2D9FE87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4DEB4E87-4DDD-929D-9C50-914AB1489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2F4647-61D1-8AB9-6E52-4E7B378F2E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461" y="1086758"/>
            <a:ext cx="11363161" cy="540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78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BF24-E7B0-E577-D081-73DD418D6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74F3A6D2-E724-FB8A-814B-C9BFBED4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5C5D55F8-279A-3B4B-49B2-D39B2CE27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82AE731-9C4A-C26C-7AC3-1AB3B4EFF1F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F0A3BA88-D262-712D-2C93-0591239D9F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16D9A-0460-3835-88B6-7062ED8ADA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03" y="1079168"/>
            <a:ext cx="11350571" cy="543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511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CB83B-1FFE-C5B1-0559-DAAB4D2B9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4573C27C-D029-C1C1-C244-FE8DB2000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38B47A8-5C01-53CC-9246-AED9F547C8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ED2602DA-08EF-0AD7-8A51-2016688444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63457812-6AC6-9E4C-A0A6-9B81980F1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578BAF-FD26-52AF-2E0A-9DDFA95D88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038" y="1079167"/>
            <a:ext cx="11450046" cy="5461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4086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8C07E-AFDB-2D78-B292-571A205B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CFC17AE-0C6B-9D98-2B19-627F6CF879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1775F410-923E-B5D4-14F4-55AC06975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2E4EACA-2931-FB7C-0B09-5A32CE641D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06646F0C-37BA-229C-DA0E-17366BC43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53F7BE-CA2F-7F87-084C-0E38C86583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54" y="1094746"/>
            <a:ext cx="11337319" cy="544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46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FF5FF-F68D-3D9D-E09D-62509AB33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6FBE0B55-B7DF-FE79-1D2C-5CAA5B950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1AD080E4-9A82-3968-D376-EB03D18CE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916AAF88-1C54-1AB2-D072-D71E35CFDA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EDF7347F-C5C5-C55D-DB98-BE01C15CA8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93804D-2B39-B2F4-E32A-89FC7EE44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62" y="1090142"/>
            <a:ext cx="11357112" cy="539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84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C0BDA-A76C-8C5D-0482-36564490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4A366C99-1233-1955-36CC-0C3483877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FBD5554B-9BB6-F84A-35AA-B344BE133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4D3BD9BA-9B57-CFA5-B229-83F8B7EAF9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7831DCB8-98DB-E8BC-3575-520A00B799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B16158-F1DE-EA2F-3383-893114E93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244" y="1092491"/>
            <a:ext cx="11365181" cy="539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30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34531-93DC-0973-6816-FC999DC6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84DED595-3E40-5B9D-6CAB-2BCAFAEB6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F53DCEB-CF00-D388-D59C-820CEB24F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E5C72E0-BFD0-05DD-D752-B92F0BB452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E8AD9794-2F4C-6CA0-49A6-7FEC04B3AC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4091" y="1037063"/>
            <a:ext cx="11516810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8BF0DC-D86C-FFAB-9E80-51DB0C8780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060" y="1081493"/>
            <a:ext cx="11370366" cy="540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446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5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AA2144-5272-ABEA-FAD5-3BDE1736CC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194" y="1093090"/>
            <a:ext cx="11102962" cy="542624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/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D672E-D4B2-B24E-4C29-ED6D1580AE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88" y="1085360"/>
            <a:ext cx="11180118" cy="542399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81E54-787D-04FF-3D6E-86079F8C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5968165-DDB4-C55B-6696-FE8B1E8CD4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0C3660CC-265B-99FA-A131-19793BB6A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3E8296CE-CD07-5DA6-123D-F1DC239DA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5C522C1-7093-FE55-1DF3-554B99D13F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9BC12E-80A0-2558-F842-B941DA6B0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46" y="1092397"/>
            <a:ext cx="11089710" cy="544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386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23BCB-7520-AA52-E3E3-1D6BE390D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E9223A-6492-C270-7B6F-7FE6CF5B13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D30C09F-AF9E-E20A-5EF4-7A4FE27A2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581AE76-BE71-55CA-49DF-132A6DBF4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67B8E900-F774-EDB0-0223-055D2C20C3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44E9AD-AF04-A747-649D-062CEB847B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74" y="1086031"/>
            <a:ext cx="11065930" cy="544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861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4A92-36EB-11C3-08FE-B8D8A7996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6DEC93-7504-9E31-831E-A123696DD5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A4D6FD2-2345-73DB-5435-BEDAD69CF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C3EB92B-1B0B-0F0C-891F-C8FCF2B321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0A8D07B9-90B1-1120-5676-F4945BF8C8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386955-0CEF-03F3-8136-4AB4F50EDC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74" y="1118924"/>
            <a:ext cx="11079182" cy="538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927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1188-17FC-4EC1-9618-7E958C9F1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243704-1970-A35A-F529-37B73259B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355A3DF6-7156-C40C-F02B-589072CC8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E9A274E-5714-78E0-71A6-18768FD202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178D9970-3D22-2CD8-5E50-01841FDE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1921B9A-6656-5423-C242-DFF234E3AF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837" y="1049350"/>
            <a:ext cx="11110885" cy="5489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9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CE74E-DD14-5F23-D015-0B466058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B4AF2B1-BD8F-7307-E534-F6B05BBF4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E2CC61F7-5B09-59C7-719C-04B18E146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E947FEC-3BC1-6896-A751-E1B31739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FF40B97-2E28-B185-CCEB-9EB25D6199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AB1624F-9DC6-03BD-55E0-39F191936C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49" y="1119595"/>
            <a:ext cx="11063207" cy="537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78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271A8-1DE1-1886-019B-7283D3FA3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DFEA235-6BCE-BEA9-7505-060B977AE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744263E-6610-1CDF-3C35-D11BA1CD5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4C9EFF8B-FDEB-5B5E-9B86-8A739A307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F0F58DD6-52E8-864C-2246-65C08CC872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4F1EE9-314C-72CA-E7EB-10C2DDB828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698" y="1092420"/>
            <a:ext cx="11076458" cy="5426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253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2DFD7-9699-72DD-6358-56D7E85C6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4DB45E-BECA-EA83-2BAE-D150C1FB87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76ADB4E1-D582-BD36-5B95-5CB3D50F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2D56388-2538-D1B0-3067-0B2BE2DA4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CE8FBA7F-483C-0859-664B-274A7EE79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D477BA-0E34-164A-6D94-E9AF8506A9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110" y="1095511"/>
            <a:ext cx="11011290" cy="540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310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AB157-1534-ED1F-C6BA-0F5EDE7DC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73EDB34-4513-0C92-F9CA-7EB3D8FEB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D6ECAC12-4CAE-5870-0177-C051C1417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C75266D4-3B0D-5FDF-67CC-EA2379A17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1E371302-0C5C-C1F7-AE9D-8F020C983D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6D3AF1-1ABB-287D-DE2A-B31F89FCF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74" y="1106343"/>
            <a:ext cx="11079181" cy="539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312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80C8-DBA8-2889-07B4-71277AAB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0470DE4-0A21-3889-B9C9-2D5EFC7C5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F0773C0D-0345-96A5-24AA-7E1118462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6F3AD3C2-D874-E9AC-0971-83328F5BC7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275E0F6F-A268-7754-E456-F470532D52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2217B7-F49A-F9F9-3719-8B5AE8C3A4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202" y="1132846"/>
            <a:ext cx="11035857" cy="5347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4935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386EF-2A88-9DBE-8174-2A6CA64E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127648-FACC-F69C-C7D1-E4C5D0B7EB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E19697DB-69BA-5F22-58C9-508ABC98B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3183255F-D655-4F4E-6640-DD13C9169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9654D637-89E4-AFE7-D766-EAED7D174F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7B4E72F-18ED-1054-ACB1-BB65DEE360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950" y="1079168"/>
            <a:ext cx="11063206" cy="545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234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DD3B9-5479-D121-DE70-1240801CF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FA044D9-A03C-45E7-AC9C-6448D9B1C8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82DF156F-89C4-135E-3AA8-A1C399E6D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C670A628-6DC7-60BD-CF56-276ABFCB9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6D3F1418-E8DD-9D2F-77CB-98AD1EDF21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6CEC67-820B-AF2A-28C5-04BBCD6DE4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89" y="1089086"/>
            <a:ext cx="11136093" cy="543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330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02A3-EDD6-3A01-7AC8-9F209A4FA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64444B-869E-1880-DFD9-00271AF22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5A7D86F5-79E4-5ABC-42C7-893F1328C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8B2BFB4D-B8DA-73EA-03C6-34B48C113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3B8813B7-C0DE-D773-AB76-A5AFFCABE3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9309219-1D72-3C24-BFEA-EAD58E200F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05" y="1059290"/>
            <a:ext cx="11126155" cy="547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366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5C419-11DB-C743-6CA5-78067AB12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E2C7197-14E3-BDB4-FD1E-8A4483F2D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A1DB894E-80C8-BAEF-EB32-3A2C187A7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B14AC3DB-7ABE-311C-6DF6-7ED79BE7E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C9D25E8E-EFFD-A04F-D5C1-D8C8CCB154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016C45A-31D3-17D4-F037-62B271B02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06" y="1104735"/>
            <a:ext cx="11136094" cy="539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04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FAAE8-D5BE-6877-8582-DF7CE104D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FD54DF2-3174-BEA2-2B9E-96A72701B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50A93175-55E8-B360-EE40-59DBF56E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96157166-BBBC-6539-DA2F-9C6028CEF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20A837F1-83E5-FBB2-280D-B152F53615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3B289C-F342-7662-FD82-065418B84B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690" y="1079168"/>
            <a:ext cx="11126154" cy="54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839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EB92-0860-5A3A-360F-AA7200812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E213B04-EE38-539D-38E0-BCB259389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C36389F-CF6A-99EE-F40E-A321CBBC2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3F0FA9AA-6214-6853-9FD8-403704978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1F9115B2-42B5-3F01-76DF-39008765C9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C28F22B-F847-D825-D4C6-734BF1A86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117" y="1119594"/>
            <a:ext cx="11054269" cy="535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785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B5168-62D8-F8A8-3D28-FF5C2B2D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9AF38B-5390-ED88-7D25-8D8B6B3F7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9CCB9547-4C62-E2AD-2573-23064192E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280213E1-9460-678D-40C8-59AD48090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4B1B41BA-5C4E-8881-C6EA-E9815740B9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CA4F2A-65AE-9ADA-685A-63C1331305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589" y="1066429"/>
            <a:ext cx="11128696" cy="548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9037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91B90-0C95-271D-B36C-7A4BBBD5C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B2F81B8-4598-96A6-36F0-947CC0D085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8B8DBF34-D47B-08A6-4D87-AA0B47D8E0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C59ACCB2-4C70-55B9-4990-4B2565322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E9D5DBDF-254B-0890-7526-C3C18C0627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5047C4-EBCD-79D7-EAE2-B271AD92C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7" y="1099046"/>
            <a:ext cx="11136094" cy="5415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159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D3878-2306-0745-4309-44AA5364F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053B03-C74D-8061-0FB0-5835EBCB2E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993573B2-F538-6775-AE64-E43BA44B0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399518C2-E51B-8240-D942-D902A8641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1CCCC905-C171-B071-C968-8597A933EB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F322BC8-9482-5DBF-61BA-6C285FF2E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833" y="1069120"/>
            <a:ext cx="11133254" cy="547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447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0BD3A-1564-4869-EBD9-D2A5DFB3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E803608-A6F4-4138-813A-4D012EAA6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C51B7A9A-B4A2-6557-4220-FEDE3832B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5786B716-8B70-568C-3ABF-6F2098824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E3365384-2813-942C-F3EF-EAE1D8A6377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BEBF0C1-DB0C-A644-4923-E2E37E00F4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7" y="1079168"/>
            <a:ext cx="11126154" cy="5428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71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17BFD-240E-6F48-2C33-E24A8B1C2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4F0D950-3FA4-A0A6-685B-6CE9169A8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8F3A393F-08FD-CBC8-433F-BE3E2AC01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43036C74-BF55-9952-214D-D75FCDBF9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6F43146D-8D9A-3531-8354-8B07AC9F9F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A462B3-A18F-4895-61C4-4876C75F8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7" y="1079168"/>
            <a:ext cx="11136094" cy="542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098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866D3-36C9-C67F-4F1A-DBF51B716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9198D51-AECD-B546-9528-2B599584D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25A7B2EF-E005-4699-EF1C-3ED007EEE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FFA9B906-64DC-0CF0-F61A-5F3B5AC844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D54EB42E-F9F0-D510-C009-0946C0CF46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57A1E4-87B2-634F-10CA-B81CE33F1B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506" y="1079167"/>
            <a:ext cx="11136093" cy="5459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619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1D282-267C-D35C-4EB4-9A5CD05C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CA5D8D9-3266-D675-F139-2EF3DC0E0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D0877775-9156-506C-C95D-9EB2ED98F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B330F688-CBC7-3AB6-B84A-04B20E95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1BB3D966-90C1-7036-E5A6-A3C0F285F8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CE0C92-0608-4774-3982-A24A12FE5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7" y="1079168"/>
            <a:ext cx="11136093" cy="545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10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157C8-7100-58F3-0535-A53D911C1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931F13C-22E9-DC05-F798-EBC53047B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96AD1DBA-0506-3927-D266-C5FF87BF5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E3176B7C-62BE-D54A-38DB-5D9D53C13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E55E989C-CD68-9149-B34B-6D89BD2971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E246E5-4D8C-700E-D4DE-0CB5EA0065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8" y="1089107"/>
            <a:ext cx="11126154" cy="541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7197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3C191-A2BE-9B56-2AF5-EB821677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341AE7-840A-64B8-5264-855D90E10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518071F3-44C1-CF4E-D5C7-569C2C53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9B40613F-22BD-C854-C495-DED0145A4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24273F33-2E79-D1C6-EB10-2E909270F0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92F701-1861-5ABE-7137-40D4476A1D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7" y="1079168"/>
            <a:ext cx="11136094" cy="5457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7901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2D387-5E30-755F-FEFB-7B07EC35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DEE460-B748-AD88-DC69-A1A437255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F212083C-50F8-B163-C134-009EFBFBA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16F08778-B0D9-361F-AF14-08C7786AB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D4F892B-89D3-560A-DAB2-4A139A037D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6E2BC75-76B9-991B-B257-135AECEA5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6" y="1099046"/>
            <a:ext cx="11136095" cy="540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2467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F4977-60B2-F538-BF1F-FC25F24FA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3F162F1-BEBD-9D18-6B03-E762B2B36C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3463" y="1037063"/>
            <a:ext cx="11235847" cy="5522033"/>
          </a:xfrm>
          <a:ln>
            <a:solidFill>
              <a:schemeClr val="accent1"/>
            </a:solidFill>
          </a:ln>
        </p:spPr>
        <p:txBody>
          <a:bodyPr/>
          <a:lstStyle/>
          <a:p>
            <a:pPr algn="l"/>
            <a:endParaRPr lang="en-US" dirty="0"/>
          </a:p>
        </p:txBody>
      </p:sp>
      <p:pic>
        <p:nvPicPr>
          <p:cNvPr id="5" name="Picture 4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549E5031-FF05-2FA8-A3E0-3785FCD39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213" y="201109"/>
            <a:ext cx="1298349" cy="615496"/>
          </a:xfrm>
          <a:prstGeom prst="rect">
            <a:avLst/>
          </a:prstGeom>
        </p:spPr>
      </p:pic>
      <p:pic>
        <p:nvPicPr>
          <p:cNvPr id="7" name="Picture 6" descr="A logo for a foundation&#10;&#10;AI-generated content may be incorrect.">
            <a:extLst>
              <a:ext uri="{FF2B5EF4-FFF2-40B4-BE49-F238E27FC236}">
                <a16:creationId xmlns:a16="http://schemas.microsoft.com/office/drawing/2014/main" id="{AA6A9C1A-73E8-1009-971E-5D674025D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851" y="66333"/>
            <a:ext cx="874909" cy="874909"/>
          </a:xfrm>
          <a:prstGeom prst="rect">
            <a:avLst/>
          </a:prstGeom>
        </p:spPr>
      </p:pic>
      <p:pic>
        <p:nvPicPr>
          <p:cNvPr id="11" name="Picture 10" descr="A logo of a company&#10;&#10;AI-generated content may be incorrect.">
            <a:extLst>
              <a:ext uri="{FF2B5EF4-FFF2-40B4-BE49-F238E27FC236}">
                <a16:creationId xmlns:a16="http://schemas.microsoft.com/office/drawing/2014/main" id="{B79B0319-5160-FDBB-C309-282C2D1BEC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47" t="28398" r="11059" b="24337"/>
          <a:stretch>
            <a:fillRect/>
          </a:stretch>
        </p:blipFill>
        <p:spPr>
          <a:xfrm>
            <a:off x="5334894" y="231480"/>
            <a:ext cx="1522212" cy="66765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FCF3C4-A81C-B6A5-2EF1-B3BB361B5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67" y="1059290"/>
            <a:ext cx="11126154" cy="547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000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836</TotalTime>
  <Words>1</Words>
  <Application>Microsoft Macintosh PowerPoint</Application>
  <PresentationFormat>Widescreen</PresentationFormat>
  <Paragraphs>1</Paragraphs>
  <Slides>46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ManojAnand Rajendiran</dc:creator>
  <cp:lastModifiedBy>ManojAnand Rajendiran</cp:lastModifiedBy>
  <cp:revision>15</cp:revision>
  <dcterms:created xsi:type="dcterms:W3CDTF">2026-03-13T09:02:27Z</dcterms:created>
  <dcterms:modified xsi:type="dcterms:W3CDTF">2026-03-19T11:38:12Z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BB61E2E61B09579FA3D2B36937378FC2_42</vt:lpwstr>
  </property>
  <property fmtid="{D5CDD505-2E9C-101B-9397-08002B2CF9AE}" pid="3" name="KSOProductBuildVer">
    <vt:lpwstr>1033-12.1.23155.23155</vt:lpwstr>
  </property>
</Properties>
</file>