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9" r:id="rId6"/>
    <p:sldId id="260" r:id="rId7"/>
    <p:sldId id="258" r:id="rId8"/>
    <p:sldId id="261" r:id="rId9"/>
    <p:sldId id="262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3"/>
  </p:normalViewPr>
  <p:slideViewPr>
    <p:cSldViewPr snapToGrid="0">
      <p:cViewPr varScale="1">
        <p:scale>
          <a:sx n="115" d="100"/>
          <a:sy n="115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5D469-6F2F-6A46-8CC2-D1DBC0DB04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19D-7AC7-4342-AC3D-7FD4F0A6017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8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615" y="940435"/>
            <a:ext cx="11753850" cy="583120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Image 2-18-26 at 2.23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950" y="941705"/>
            <a:ext cx="10372725" cy="5829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2.2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1370" y="948055"/>
            <a:ext cx="10427335" cy="578358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3.0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8375" y="968375"/>
            <a:ext cx="10161905" cy="568452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3.0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9315" y="972820"/>
            <a:ext cx="10363200" cy="588518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3.1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9625" y="962660"/>
            <a:ext cx="10572750" cy="5785485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3.1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3575" y="975995"/>
            <a:ext cx="10865485" cy="5760085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-18-26 at 3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6760" y="951230"/>
            <a:ext cx="10646410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1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195" y="951230"/>
            <a:ext cx="10570210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1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195" y="951230"/>
            <a:ext cx="10671175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4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1060" y="951230"/>
            <a:ext cx="10494010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47 P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8195" y="951230"/>
            <a:ext cx="10594975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47 PM (2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8360" y="951230"/>
            <a:ext cx="10570210" cy="57467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47 PM (3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3595" y="951230"/>
            <a:ext cx="10621010" cy="57975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4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2795" y="951230"/>
            <a:ext cx="10671175" cy="57340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  <p:pic>
        <p:nvPicPr>
          <p:cNvPr id="6" name="Content Placeholder 5" descr="updatedimage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56285" y="962025"/>
            <a:ext cx="10664825" cy="5723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5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0095" y="951230"/>
            <a:ext cx="10722610" cy="5784850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Content Placeholder 1" descr="Image 2-18-26 at 4.5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9935" y="1161415"/>
            <a:ext cx="10768965" cy="5313045"/>
          </a:xfrm>
          <a:prstGeom prst="rect">
            <a:avLst/>
          </a:prstGeom>
        </p:spPr>
      </p:pic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13506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29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165440"/>
            <a:ext cx="1522212" cy="667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Aptos Display</vt:lpstr>
      <vt:lpstr>Helvetica Neue</vt:lpstr>
      <vt:lpstr>Aptos</vt:lpstr>
      <vt:lpstr>Microsoft YaHei</vt:lpstr>
      <vt:lpstr>汉仪旗黑</vt:lpstr>
      <vt:lpstr>Arial Unicode MS</vt:lpstr>
      <vt:lpstr>Calibri</vt:lpstr>
      <vt:lpstr>宋体-简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ManojAnand Rajendiran</dc:creator>
  <cp:lastModifiedBy>ManojAnand Rajendiran</cp:lastModifiedBy>
  <cp:revision>6</cp:revision>
  <dcterms:created xsi:type="dcterms:W3CDTF">2026-02-18T11:43:22Z</dcterms:created>
  <dcterms:modified xsi:type="dcterms:W3CDTF">2026-02-18T11:43:22Z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C2681CFD24B91B78158B956949EF6F67_42</vt:lpwstr>
  </property>
  <property fmtid="{D5CDD505-2E9C-101B-9397-08002B2CF9AE}" pid="3" name="KSOProductBuildVer">
    <vt:lpwstr>1033-12.1.23155.23155</vt:lpwstr>
  </property>
</Properties>
</file>