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673"/>
  </p:normalViewPr>
  <p:slideViewPr>
    <p:cSldViewPr snapToGrid="0">
      <p:cViewPr varScale="1">
        <p:scale>
          <a:sx n="81" d="100"/>
          <a:sy n="81" d="100"/>
        </p:scale>
        <p:origin x="216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BAD5F-C670-5CAA-213E-78376A310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D86E84-1FFF-DE37-7D16-B346D2E35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CCCFD-508B-0D8C-7AB4-F6C076A6E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18393-101A-A4AF-5137-5A16F0030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E21B-1569-C4CA-E7BC-5908CF6E7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04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D4858-D612-92AC-682C-A29760CD5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BBA2B-C9EE-ABE7-73DB-07420F96A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AFBDC-2C15-AC43-B869-1AA4F6AF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B6938-9FB1-2B13-0641-FD10A1EA7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46383-A56A-EA5E-8C5A-D95188D1E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6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BF00D-4F62-3B1A-DC13-26A60F61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8D8A1-06F6-7889-EF48-493DBB68A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75BC4-E911-1E90-FEC0-CC6489301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472D3-7405-B68D-4C5B-2415FA4F1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83904-CFE1-286E-0B4B-1AC7DB13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997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E8F68-DED8-F1AB-7930-55A6E84EB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BDF3E-5C9E-FDB5-1754-0834AE6D20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72523-2C76-61C1-F5D7-C7D3C9014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2D334-3753-935C-889A-72B4C3E8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90D48-DB77-6E3A-97BE-E93BE9A1B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01B55-328C-CA3B-385B-1FF4B60D9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01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0D6A5-6FC0-7A76-F9CD-8AB4F1E65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F9E49-6EC5-1B36-CD79-30F14D978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63F6A-9090-558F-63C0-DD1412A18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42B8BF-04FD-E22C-01C5-3DC350B7FF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41FC07-2045-1464-0EF1-E1B34891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0B43AE-9202-93AF-991D-87D7F5BBB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5450E1-4DF0-4296-8CF3-72E7C4A7E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9AD50-974D-9845-FAA5-75DBC77D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69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64A33-8A02-0157-7058-ABB21B422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B0461C-7493-5E67-57DC-9445135CF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C773F6-4A95-2A13-0022-B6836555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6DFE5-0507-FF49-DE9B-783782C62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121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A74C95-978A-E99E-9AB1-3B68F0E29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F80DC-2575-8877-81F5-D9A4B72F7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92261-7AD2-5BDF-D9E4-7D504FBFA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20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BAE02-05FE-271F-7E05-FB1DD5800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DA100-A901-9F21-FE7A-638864496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E7AC06-4FE2-E82C-A645-50FF20C26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2EE8C-045B-CA7D-6745-B277E4125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0937A-7B63-7E0C-A6D6-B40625E0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2B5C16-2A8E-23A9-BAB8-E0A32D8A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44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3CC87-EC3F-E257-6127-391DB708F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510274-AA0C-E02A-41F8-AD1B3443E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4DCE0-3AE6-5C41-A093-3AE44EF81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476D2-A160-804C-D621-683B01FB8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48DCA-3E4D-16F8-1217-EC56EFABC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AD106-BCFB-4017-FB51-0AC06BDF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15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00CDE-05E9-1234-2B1D-D971DE17A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1BEBBE-D8BE-EC0C-0355-CA736D433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B3A22-19A3-1471-10BE-CCA14D37D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1A6A5-929D-0E18-B8AC-A3404334E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7F6AF-F715-A3B8-5628-25010373C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87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19D848-8006-CF67-35D9-3456B247B3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AE942-28D9-2099-2F56-2D9A5DF1A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870E4-63EA-52B8-0611-6108C0805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9F1F1-477D-4CA6-829B-FA9F0D97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7F48F-F6E7-CD70-A0C9-341FF6650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48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C47A0F-235E-D73C-B2F8-751B0513E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43AA0-7619-BDEE-78CA-5772F123F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F5F39-6A37-E127-9CA7-0910F19C36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A5D469-6F2F-6A46-8CC2-D1DBC0DB044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AF8F7-586B-654F-8454-C2167558E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E88A0-D0B1-D563-B1CD-ECBBE41B0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7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184B5F-5137-EC6B-8B7F-BDF0BE79B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FB564BB4-7342-666C-C442-3C09C86E5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84B7C2B4-B3C3-ECF3-053C-450A273E0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AF896D90-CC88-44E6-6A0E-EE83A575E0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D57B54-337E-FC98-A77B-25F20755DD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1" y="1039949"/>
            <a:ext cx="11235847" cy="555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455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F66FE-8A94-C4E3-43E1-169AED51A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08CCCC-3B04-CAE2-2012-8AA5C0387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8FEFFB5E-2472-967F-5D1B-69B9D12C0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A032ACA7-FAFB-FD7A-D511-09FB117B6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BDED0417-7D51-6300-1F0F-389C9FCE32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AD081B-859C-25C5-26FA-C35A48DC3A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3" y="1015716"/>
            <a:ext cx="11235847" cy="556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36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3C0A5-8390-8AAC-6506-52130D094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110ADC5-66BF-B20C-3F7B-B4A66CD6B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6F510970-0706-1EEF-E8A9-FEE1DD048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8E97E45F-6597-387F-F062-E8FE9A194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69F189F3-1C40-E4C2-5F5C-E7B3385282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B35391-3529-5033-F8CA-5A8EE1446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3" y="1028799"/>
            <a:ext cx="11235846" cy="555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99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6A93F-0FE3-0983-9183-267F9A2A5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BE27BF-C6C1-3D0B-7F2D-54A34F287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7C5FBFCB-8B86-AB6A-F3CE-72B328D1B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63CC4568-CDBB-B5CF-06E2-5CA1B38B5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4EB1ACB7-320F-88F3-9DD3-16637AC760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7A16A9-BB3C-4B05-ACE5-BE44E79AE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2" y="1036488"/>
            <a:ext cx="11235847" cy="557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459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15DD3-D4A8-71AC-615B-86135EF8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0B2A702-AB54-FDF5-5BB1-839FD34EE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11A9AE77-8E82-D7E0-8AD2-D9A82F932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E2413A2E-41D7-66A4-4C1B-BD474796D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0B3AD191-D23E-A6F9-8F33-902C5A85E1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97871F-9585-70BF-A060-FDF3A4507B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2" y="1025337"/>
            <a:ext cx="11235847" cy="555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50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CBC6F-FA24-7175-0A1B-7F3921788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8B8C83-DDA5-3201-99C8-F11AB1EB6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59D565E0-FA22-9EF0-EBF9-4B531854E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BA20EFED-CEB9-7CAA-C7AF-91AE7BB9A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5094C25B-F234-5436-8549-D1FDF12E15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7E852F9-14FD-775B-BD0A-283495106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2" y="1037063"/>
            <a:ext cx="11235847" cy="549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31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26282-B508-219C-14D7-FDD9BF4A0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04F630-CDCC-69D9-C19D-9D65676FC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FE181C08-A831-0FF5-A188-E3723377D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C76A1127-D1BB-B502-21C1-3AA77DC23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B9381DE7-2228-117C-FD78-528CA3A1CE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928580-60F6-75DE-85A7-2B94DA6FE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89" y="1058280"/>
            <a:ext cx="11206621" cy="547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8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BA765-9C1C-4DDE-EB25-3F8C1494D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31BAEEC-028B-7445-7887-2AA6E76B4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7C4F87EB-5523-31F9-32F3-3848EAF62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FD60DBB3-AD35-8B3D-02B8-F6DB75DC0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30F8E532-5E66-CC54-7C70-067ACD1320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1E9E76-08AA-75BA-3B42-EA9E6AA46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91" y="1050032"/>
            <a:ext cx="11235846" cy="549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332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24E3B-6E64-8962-4A7D-94452A7B3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38C2EE1-0275-11F0-FE41-FF13E94FC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4D74193F-84D5-D9EE-8B13-4513C82BC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A8FB13B1-89F5-63CB-D184-2EDF61E1D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8BC2AD49-AA8F-1E80-BDF6-09EE475AD9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5B198C-EE97-26CB-0F8B-85FB2A5F99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2" y="1037062"/>
            <a:ext cx="11235847" cy="555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70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6EDF8-2077-0F00-D8C0-51B799559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8CB96D-F83D-3E95-517D-7E96F8117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C0F843C7-3591-36C9-5065-4AF53F32C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5800D8CA-7F9F-3687-B6DC-487E65AD4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4F1039F5-ECAC-F44C-50A0-27006C7E23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1D49A5-9C71-97E5-5042-2EBFF3D452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3" y="1037062"/>
            <a:ext cx="11235847" cy="552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861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FF96B-1DC2-9749-D08C-7D18C8440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5E0776-0CC4-B60B-E9A5-8420E53AF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597652DB-3ED1-2B0A-3A58-A64BC5A74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CDC6FE88-633B-10FE-CD55-5E2400BB0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98D48F25-39E3-00F2-1920-FBC8181C2A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4745EE-61D7-B073-0B4F-F060DC25A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3" y="1037062"/>
            <a:ext cx="11235847" cy="552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84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0567F-B97E-0300-642C-514E3EBD9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F65CDE-8A15-3D16-04E3-862709A8C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E3483589-5750-94C7-631C-E13D3AA28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D565548B-EA6F-94EF-0115-0D8ED02E0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5F70CF6B-E481-72ED-C82A-61518AE812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1D76CA-EDA5-A81A-B943-042345CC3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3" y="1037063"/>
            <a:ext cx="11235846" cy="54960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FD12AD-6450-63F6-6338-BFD6F17A838A}"/>
              </a:ext>
            </a:extLst>
          </p:cNvPr>
          <p:cNvSpPr txBox="1"/>
          <p:nvPr/>
        </p:nvSpPr>
        <p:spPr>
          <a:xfrm>
            <a:off x="1270851" y="5636271"/>
            <a:ext cx="453090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A) Lists B) Sets C) Dictionary D) Tuple</a:t>
            </a:r>
          </a:p>
        </p:txBody>
      </p:sp>
    </p:spTree>
    <p:extLst>
      <p:ext uri="{BB962C8B-B14F-4D97-AF65-F5344CB8AC3E}">
        <p14:creationId xmlns:p14="http://schemas.microsoft.com/office/powerpoint/2010/main" val="2956311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75B08-D1BC-864A-AB9A-48D942155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79B54C-1E36-5EE5-236D-0181661CD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22B359BE-8032-AC29-32D2-936BF2095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6039D081-41E1-A207-4771-C600AE187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BFDAF949-E968-180A-4FE6-6EBAC6E160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BB810C-4734-64C3-6BFB-BC3C513810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2" y="1006883"/>
            <a:ext cx="11235847" cy="556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63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CE6C8-F3F3-D124-C9A9-13D05A096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94E422-2D43-2775-B55D-D8BC44752A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483AA4CA-4A1A-3BB1-CD1C-0924F686C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240CBE40-9D24-38DA-27AF-F1F37F124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98EF6560-E2A9-BF34-2879-022F907884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C77ECF-6E61-9404-A2D5-B7AF6AFF9A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3" y="1037063"/>
            <a:ext cx="11152804" cy="549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85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F15B7-D502-CFB8-4C9D-0A275AC10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753021-68B8-1776-E6B8-E8BBD53FF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D40AE273-57E5-B4F6-3261-B899E3333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092F60D7-222B-CA8C-D400-86AC34258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30D43E80-0486-76FF-488B-422F50E9AB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501A50-F28F-1A01-0329-0993F52B4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3" y="1037063"/>
            <a:ext cx="11235846" cy="549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49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87F99-62BC-00E4-B24B-C765407FF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5C23484-2CA1-5876-89FF-5C1EAE8724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18930C97-E6E2-BE8F-71D8-9871C101C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ADABDCA6-D5C6-30C4-F13D-43EC7EE7E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08E8F4A1-C770-7EC2-7004-A801FF7338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71B517-D789-6F64-6A43-B57E580A48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3" y="1037063"/>
            <a:ext cx="11235846" cy="549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32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1529A-461B-1928-9C8C-1D7AFA47E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5C521E-B8B7-0AEE-48E9-EE147D01C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3C53248D-9B4A-877A-B5CB-DD6545184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E27474A3-746C-B6A5-C6D7-D9B95CB1E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A65D8F74-46C0-4FF5-803F-8727A1C3C5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67ADFC-B212-3264-83CE-4D4D8C7CA2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3" y="1028829"/>
            <a:ext cx="11235846" cy="549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41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C43A1-2360-EE6E-9C2B-5CCDBCB4D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25BD58-1444-D35C-08CE-49165D687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6C9ED412-DD4A-521F-06C6-F7D5C0140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A0B622C8-CDB6-2DA7-16A3-9B281C84F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EB94DB53-E899-AB54-AAD8-E1BC480D19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A7B99D-1D1D-EF65-EEE8-75105311C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2" y="1038023"/>
            <a:ext cx="11235847" cy="549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168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CD75F-2779-5D60-8684-260EBB511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CD26E1-50FA-7E54-7CD5-A9B89EE63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36E2FF20-F3F1-384D-8C2F-7C35A9529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41B7F4C1-B8E4-8F95-5F77-D546DD7A0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466F1D92-A0A0-F1B0-15AC-28FFABB8F6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1EBAC6E-1404-4EEE-BCF6-EA0468B747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2" y="1021322"/>
            <a:ext cx="11235847" cy="552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048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BDACB-DF0A-622A-DA75-0DBD52924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9D5622-1ACF-EADE-5083-2D79922898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D20638DF-FD9E-8E23-2468-E4C22DB57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F295EA26-3684-5CC0-7A36-5A2DA8E7F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79113E07-DCDA-A6C0-F3A4-BAC7613C0C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8274E8-6BB6-A2A7-360D-B6215205A5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463" y="1037063"/>
            <a:ext cx="11235847" cy="55456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9C0783-2BF9-5128-E072-04D2E562F583}"/>
              </a:ext>
            </a:extLst>
          </p:cNvPr>
          <p:cNvSpPr txBox="1"/>
          <p:nvPr/>
        </p:nvSpPr>
        <p:spPr>
          <a:xfrm>
            <a:off x="745067" y="4223222"/>
            <a:ext cx="61120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Roboto Mono" pitchFamily="49" charset="0"/>
              </a:rPr>
              <a:t>3. CAP OUTLIERS (IQR):</a:t>
            </a:r>
          </a:p>
          <a:p>
            <a:r>
              <a:rPr lang="en-US" dirty="0"/>
              <a:t>Limit extreme values to 1.5x Interquartile Range.</a:t>
            </a:r>
          </a:p>
          <a:p>
            <a:endParaRPr lang="en-US" dirty="0"/>
          </a:p>
          <a:p>
            <a:pPr algn="l">
              <a:buNone/>
            </a:pPr>
            <a:r>
              <a:rPr lang="en-US" b="0" i="0" dirty="0">
                <a:effectLst/>
                <a:latin typeface="Roboto Mono" pitchFamily="49" charset="0"/>
              </a:rPr>
              <a:t>Q1, Q3 = </a:t>
            </a:r>
            <a:r>
              <a:rPr lang="en-US" b="0" i="0" dirty="0" err="1">
                <a:effectLst/>
                <a:latin typeface="Roboto Mono" pitchFamily="49" charset="0"/>
              </a:rPr>
              <a:t>df</a:t>
            </a:r>
            <a:r>
              <a:rPr lang="en-US" b="0" i="0" dirty="0">
                <a:effectLst/>
                <a:latin typeface="Roboto Mono" pitchFamily="49" charset="0"/>
              </a:rPr>
              <a:t>['Price'].quantile([0.25, 0.75])</a:t>
            </a:r>
          </a:p>
          <a:p>
            <a:pPr algn="l">
              <a:buNone/>
            </a:pPr>
            <a:r>
              <a:rPr lang="en-US" b="0" i="0" dirty="0">
                <a:effectLst/>
                <a:latin typeface="Roboto Mono" pitchFamily="49" charset="0"/>
              </a:rPr>
              <a:t>IQR = Q3 - Q1; </a:t>
            </a:r>
          </a:p>
          <a:p>
            <a:pPr algn="l">
              <a:buNone/>
            </a:pPr>
            <a:r>
              <a:rPr lang="en-US" b="0" i="0" dirty="0">
                <a:effectLst/>
                <a:latin typeface="Roboto Mono" pitchFamily="49" charset="0"/>
              </a:rPr>
              <a:t>limit = Q3 + 1.5*IQR</a:t>
            </a:r>
          </a:p>
          <a:p>
            <a:pPr algn="l">
              <a:buNone/>
            </a:pPr>
            <a:r>
              <a:rPr lang="en-US" b="0" i="0" dirty="0" err="1">
                <a:effectLst/>
                <a:latin typeface="Roboto Mono" pitchFamily="49" charset="0"/>
              </a:rPr>
              <a:t>df</a:t>
            </a:r>
            <a:r>
              <a:rPr lang="en-US" b="0" i="0" dirty="0">
                <a:effectLst/>
                <a:latin typeface="Roboto Mono" pitchFamily="49" charset="0"/>
              </a:rPr>
              <a:t>['Price'] = </a:t>
            </a:r>
            <a:r>
              <a:rPr lang="en-US" b="0" i="0" dirty="0" err="1">
                <a:effectLst/>
                <a:latin typeface="Roboto Mono" pitchFamily="49" charset="0"/>
              </a:rPr>
              <a:t>df</a:t>
            </a:r>
            <a:r>
              <a:rPr lang="en-US" b="0" i="0" dirty="0">
                <a:effectLst/>
                <a:latin typeface="Roboto Mono" pitchFamily="49" charset="0"/>
              </a:rPr>
              <a:t>['Price'].clip(upper=limit)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8E74CA-8955-4BC4-B6F5-BF5EFD7400DD}"/>
              </a:ext>
            </a:extLst>
          </p:cNvPr>
          <p:cNvSpPr txBox="1"/>
          <p:nvPr/>
        </p:nvSpPr>
        <p:spPr>
          <a:xfrm>
            <a:off x="10256960" y="2234811"/>
            <a:ext cx="1471577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5CEFF9-4815-5A3E-2C08-527704802BDF}"/>
              </a:ext>
            </a:extLst>
          </p:cNvPr>
          <p:cNvSpPr txBox="1"/>
          <p:nvPr/>
        </p:nvSpPr>
        <p:spPr>
          <a:xfrm>
            <a:off x="10256959" y="2557403"/>
            <a:ext cx="1471577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623A7F-7A8C-5955-E8C4-14544484F156}"/>
              </a:ext>
            </a:extLst>
          </p:cNvPr>
          <p:cNvSpPr txBox="1"/>
          <p:nvPr/>
        </p:nvSpPr>
        <p:spPr>
          <a:xfrm>
            <a:off x="10256959" y="2852300"/>
            <a:ext cx="1471577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EB7665-1231-70DF-FF4D-44DEF1514C77}"/>
              </a:ext>
            </a:extLst>
          </p:cNvPr>
          <p:cNvSpPr txBox="1"/>
          <p:nvPr/>
        </p:nvSpPr>
        <p:spPr>
          <a:xfrm>
            <a:off x="10256959" y="3175553"/>
            <a:ext cx="1471577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2CD24A-E02B-A66D-625C-8EE681A83196}"/>
              </a:ext>
            </a:extLst>
          </p:cNvPr>
          <p:cNvSpPr txBox="1"/>
          <p:nvPr/>
        </p:nvSpPr>
        <p:spPr>
          <a:xfrm>
            <a:off x="10256958" y="3516529"/>
            <a:ext cx="1471577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339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6CA1B-D4AA-6A03-73CC-3AB4A65BB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743B4C2-EB0D-498C-4B7A-41F7F5E21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78880C15-F5CC-63C0-DCB9-0F306B9E7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68C8FA77-88E3-B9FD-9561-95D06E741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145A477B-127D-9767-30DC-6A5F3BD79C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649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903B2-04A5-3105-501E-7696BC0FE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6E639D-7885-A4F4-8967-00004F09A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60ADCDF9-06D1-7E82-24F5-4D52A9A6F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43F29EDD-987D-0368-06EA-DA6535741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A4DD7A1D-804F-4F7A-FD74-B538FB0A92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598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F743C-BB7F-D1C5-5DF5-6C2E01A8A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4C9DA0-A381-CEA6-FAE3-E9093844F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AF37B1C0-8C3C-F28D-D2EF-D1705329C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662F181A-7EAF-9677-7ABC-95DEA9C1E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DAE23AD2-D07F-00F5-5BF6-C54AB188D8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986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85CB2-AD65-6D28-F202-3A62B5E90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AF0DBE-C0F0-0D9C-6650-BA7FC98BD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BF7F0130-3E00-1840-C24B-2D5EEC4EC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FA16BDD8-4CC5-7C59-4A2B-0069A1F23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B27769E2-0891-95A3-9E50-A03D10C0D0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9929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120DE-8CBF-51C1-ECF9-CD15FCC73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BCC262-AA5A-D8AB-6531-5D614F177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7CD90985-14CC-C8C0-652B-293082CB3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28EDD692-00CA-8205-5CBA-A0185EC68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A91C16BD-33D6-4EF6-20AF-2FC98D4F6A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56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140F1-6C20-2AE6-7BD2-D42DF7D69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D78AAC8-5039-29D9-5F23-C16550175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F4B03EFE-922A-319F-70D7-54FE47C68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2A5C4D70-D00F-1413-01D7-C8B06768D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E26124E0-A426-7254-8234-FCC73251DB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1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47FDD-0040-E883-2B33-AA99A15C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6D90FC6-256A-FAEF-DBA5-11BE3BDCB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A9348011-4AD5-1D44-4FFE-8855BF0D2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E5E34EE5-AA66-F12E-3DDD-32E8CEB21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C74F9761-60A3-0D99-AE89-80BAA59AEE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0420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E81C9-2741-F602-5361-F421A767C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5E3AC38-91DA-9C40-515E-EA023EB09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49B4238D-D062-9150-347D-9AEB21A05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276099A9-3BE3-3734-0DCC-526E96D55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A5846BEC-EA7E-7CDB-2BE0-A4BF764A22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86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9429F-CB3A-520B-081D-A4E9A103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1A33F8-DA13-5148-9533-87B0A7660B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B9505A79-DFA0-8FBC-0725-52DD20E04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8A3417F9-FA94-9A18-979A-AE3ED7317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07A1D06C-798E-E375-76B7-FA30E000F3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847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CDE1D-C400-FE0E-41B7-2401BFE4C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D8A8E02-0C61-81C1-6348-899B9C054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00C42BF7-3D71-9B55-B6B2-DED0A052F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6900C32D-4797-75B8-2767-076CC20CE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4E1E6D97-91E8-75AC-8A9B-E72070305D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542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_Redington_PPT_Template" id="{ABBDE10A-A505-F84E-B784-99531D814918}" vid="{C7E3F7B0-E252-5F40-9DE6-6BC1642E5E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521</TotalTime>
  <Words>69</Words>
  <Application>Microsoft Macintosh PowerPoint</Application>
  <PresentationFormat>Widescreen</PresentationFormat>
  <Paragraphs>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ManojAnand Rajendiran</dc:creator>
  <cp:lastModifiedBy>ManojAnand Rajendiran</cp:lastModifiedBy>
  <cp:revision>7</cp:revision>
  <dcterms:created xsi:type="dcterms:W3CDTF">2026-02-21T05:12:29Z</dcterms:created>
  <dcterms:modified xsi:type="dcterms:W3CDTF">2026-02-23T08:29:35Z</dcterms:modified>
</cp:coreProperties>
</file>