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5" r:id="rId30"/>
    <p:sldId id="283" r:id="rId31"/>
    <p:sldId id="28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94673"/>
  </p:normalViewPr>
  <p:slideViewPr>
    <p:cSldViewPr snapToGrid="0">
      <p:cViewPr varScale="1">
        <p:scale>
          <a:sx n="93" d="100"/>
          <a:sy n="93" d="100"/>
        </p:scale>
        <p:origin x="21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38" y="1065916"/>
            <a:ext cx="11201156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38" y="1061876"/>
            <a:ext cx="11206620" cy="54707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38" y="1054990"/>
            <a:ext cx="11206620" cy="54908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Screens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90" y="1065916"/>
            <a:ext cx="11195726" cy="5479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38" y="1065916"/>
            <a:ext cx="11206620" cy="5479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38" y="1065916"/>
            <a:ext cx="11206620" cy="5479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70" y="1086759"/>
            <a:ext cx="11155236" cy="5416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2" name="Picture 1" descr="A screenshot of a graph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94" y="1052664"/>
            <a:ext cx="11153612" cy="5493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91" y="1079168"/>
            <a:ext cx="11132190" cy="54876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70" y="1068936"/>
            <a:ext cx="11132190" cy="53848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71" y="1063566"/>
            <a:ext cx="11118937" cy="54822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63" y="1052664"/>
            <a:ext cx="11235847" cy="5479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95" y="1065794"/>
            <a:ext cx="11102962" cy="54800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38" y="1065916"/>
            <a:ext cx="11206620" cy="5479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148350"/>
            <a:ext cx="11235847" cy="5210345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79" y="1191126"/>
            <a:ext cx="11079177" cy="51278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90" y="1066586"/>
            <a:ext cx="11180116" cy="54792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75" y="1079167"/>
            <a:ext cx="11125344" cy="54799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84" y="1092420"/>
            <a:ext cx="11117575" cy="53746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85" y="1065916"/>
            <a:ext cx="11130827" cy="54799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76" y="1041068"/>
            <a:ext cx="11142424" cy="55053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76" y="1053767"/>
            <a:ext cx="11142424" cy="54926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77" y="1051166"/>
            <a:ext cx="11142423" cy="54952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5" y="1053767"/>
            <a:ext cx="11210447" cy="54926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6" y="1053768"/>
            <a:ext cx="11197747" cy="54926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76" y="1053768"/>
            <a:ext cx="11142424" cy="54523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6" y="1053768"/>
            <a:ext cx="11223147" cy="54799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76" y="1079168"/>
            <a:ext cx="11235847" cy="54672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5" y="1056600"/>
            <a:ext cx="11223147" cy="54897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6" y="1066468"/>
            <a:ext cx="11223147" cy="54799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5046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77" y="1066468"/>
            <a:ext cx="11235846" cy="5467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WPS Presentation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SimSun</vt:lpstr>
      <vt:lpstr>Wingdings</vt:lpstr>
      <vt:lpstr>Aptos</vt:lpstr>
      <vt:lpstr>Helvetica Neue</vt:lpstr>
      <vt:lpstr>Microsoft YaHei</vt:lpstr>
      <vt:lpstr>汉仪旗黑</vt:lpstr>
      <vt:lpstr>Arial Unicode MS</vt:lpstr>
      <vt:lpstr>Aptos Display</vt:lpstr>
      <vt:lpstr>Calibri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ManojAnand Rajendiran</dc:creator>
  <cp:lastModifiedBy>ManojAnand Rajendiran</cp:lastModifiedBy>
  <cp:revision>17</cp:revision>
  <dcterms:created xsi:type="dcterms:W3CDTF">2026-04-07T16:38:04Z</dcterms:created>
  <dcterms:modified xsi:type="dcterms:W3CDTF">2026-04-07T16:38:04Z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BDB5DA7A8CF3EC0BA87CB969636F8366_42</vt:lpwstr>
  </property>
  <property fmtid="{D5CDD505-2E9C-101B-9397-08002B2CF9AE}" pid="3" name="KSOProductBuildVer">
    <vt:lpwstr>1033-12.1.23155.23155</vt:lpwstr>
  </property>
</Properties>
</file>